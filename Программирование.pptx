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ppt/_rels/presentation.xml.rels" ContentType="application/vnd.openxmlformats-package.relationships+xml"/>
  <Override PartName="/ppt/presProps.xml" ContentType="application/vnd.openxmlformats-officedocument.presentationml.presProps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8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_rels/slide17.xml.rels" ContentType="application/vnd.openxmlformats-package.relationships+xml"/>
  <Override PartName="/ppt/slides/_rels/slide10.xml.rels" ContentType="application/vnd.openxmlformats-package.relationships+xml"/>
  <Override PartName="/ppt/slides/_rels/slide18.xml.rels" ContentType="application/vnd.openxmlformats-package.relationships+xml"/>
  <Override PartName="/ppt/slides/_rels/slide11.xml.rels" ContentType="application/vnd.openxmlformats-package.relationships+xml"/>
  <Override PartName="/ppt/slides/_rels/slide13.xml.rels" ContentType="application/vnd.openxmlformats-package.relationships+xml"/>
  <Override PartName="/ppt/slides/_rels/slide20.xml.rels" ContentType="application/vnd.openxmlformats-package.relationships+xml"/>
  <Override PartName="/ppt/slides/_rels/slide12.xml.rels" ContentType="application/vnd.openxmlformats-package.relationships+xml"/>
  <Override PartName="/ppt/slides/_rels/slide21.xml.rels" ContentType="application/vnd.openxmlformats-package.relationships+xml"/>
  <Override PartName="/ppt/slides/_rels/slide14.xml.rels" ContentType="application/vnd.openxmlformats-package.relationships+xml"/>
  <Override PartName="/ppt/slides/_rels/slide19.xml.rels" ContentType="application/vnd.openxmlformats-package.relationships+xml"/>
  <Override PartName="/ppt/slides/_rels/slide16.xml.rels" ContentType="application/vnd.openxmlformats-package.relationships+xml"/>
  <Override PartName="/ppt/slides/_rels/slide15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9.xml.rels" ContentType="application/vnd.openxmlformats-package.relationships+xml"/>
  <Override PartName="/ppt/slides/_rels/slide6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s/slide17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slides/slide14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3.xml" ContentType="application/vnd.openxmlformats-officedocument.theme+xml"/>
  <Override PartName="/ppt/theme/theme11.xml" ContentType="application/vnd.openxmlformats-officedocument.theme+xml"/>
  <Override PartName="/ppt/theme/theme8.xml" ContentType="application/vnd.openxmlformats-officedocument.theme+xml"/>
  <Override PartName="/ppt/theme/theme1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2.xml" ContentType="application/vnd.openxmlformats-officedocument.theme+xml"/>
  <Override PartName="/ppt/theme/theme7.xml" ContentType="application/vnd.openxmlformats-officedocument.theme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7.xml.rels" ContentType="application/vnd.openxmlformats-package.relationships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3FF9DB1-9CCD-4B7E-8522-6D53B807862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A8BD3E4-7C08-4C63-AF97-65652721EED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A9638209-86D8-42C6-9D14-C4E8E04B921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90000"/>
              </a:lnSpc>
              <a:buNone/>
            </a:pP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DB3EED5D-5870-47E0-848B-474262D5F59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90000"/>
              </a:lnSpc>
              <a:buNone/>
            </a:pP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A1BA1829-B325-4151-8AD6-B38E2351635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0B8E4156-B545-4D22-B125-9393BB8F803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lid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90000"/>
              </a:lnSpc>
              <a:buNone/>
            </a:pP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71B41EA3-C0E2-4B33-95AF-E1E48BCA666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 and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90000"/>
              </a:lnSpc>
              <a:buNone/>
            </a:pP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E994B2E0-D5CC-4328-9058-514DD45588C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0CB60F4A-3706-44C0-B8D1-4BD61B7E49B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B435B82D-FCBB-4D45-A4E1-EEA12F4E8C4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Text and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F4AC5A9F-C844-46B1-9CA7-84690FE18F5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32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32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Для правки структуры щёлкните мышью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Второй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Третий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Четвёртый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Пятый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Шестой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Седьмой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6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A6B2DF3-B98B-4ED0-9073-F1835B4C6786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389B6A2-3969-4BAF-B653-B8BB91415DEF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EBF2B02-FE08-48BA-9969-C27B20A7EB09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>
              <a:lnSpc>
                <a:spcPct val="90000"/>
              </a:lnSpc>
              <a:buNone/>
            </a:pPr>
            <a:r>
              <a:rPr b="0" lang="ru-RU" sz="60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60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380A0FF-2E6F-4AF5-8EC3-FA4C40FFAF5F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Для правки структуры щёлкните мышью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Второй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Третий уровень структуры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Четвёртый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Пятый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Шестой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Седьмой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5245B8C-CCEE-4653-977F-24EB33CB4785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60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60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Образец текста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A55E0CB-40E0-4C88-BEC9-A743180B3CC8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FBD1258-077C-4E11-84A2-F0056DDDFF69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6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51329CE-2DD2-4B6F-BA95-2394503329E6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B5AB301-0314-47E4-A022-10D8E3357A82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6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7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8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D0C3BB9-83EC-4B4A-A59F-8594CB88D2DD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32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32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DCA1D4C-0FC6-4808-B6F5-3B7EFDEF2DC9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>
              <a:lnSpc>
                <a:spcPct val="90000"/>
              </a:lnSpc>
              <a:buNone/>
            </a:pPr>
            <a:r>
              <a:rPr b="0" lang="ru-RU" sz="6000" spc="-1" strike="noStrike">
                <a:solidFill>
                  <a:schemeClr val="dk1"/>
                </a:solidFill>
                <a:latin typeface="Calibri Light"/>
              </a:rPr>
              <a:t>Программирование</a:t>
            </a:r>
            <a:endParaRPr b="0" lang="ru-RU" sz="60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buNone/>
            </a:pP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83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длину стороны квадрата. Вывести на экран площадь квадрата.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69" name="Shape 81"/>
          <p:cNvSpPr/>
          <p:nvPr/>
        </p:nvSpPr>
        <p:spPr>
          <a:xfrm>
            <a:off x="-1302120" y="5040000"/>
            <a:ext cx="8862120" cy="301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3420000" y="3081600"/>
            <a:ext cx="5936760" cy="2138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Запрашиваем длину стороны у пользователя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side = float(input("Введите длину стороны квадрата: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Вычисляем площадь (сторона в квадрате)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area = side ** 2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Выводим результат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print(f"Площадь квадрата: {area}")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4986360" y="2409480"/>
            <a:ext cx="5453640" cy="1370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Моё решение: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819360" y="169920"/>
            <a:ext cx="10515240" cy="270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длины сторон прямоугольника. Вывести на экран площадь прямоугольника.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3060000" y="4085640"/>
            <a:ext cx="7209360" cy="2394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Запрашиваем длины сторон у пользователя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a = float(input("Введите длину первой стороны прямоугольника: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b = float(input("Введите длину второй стороны прямоугольника: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Вычисляем площадь (произведение сторон)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area = a * b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Выводим результат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print(f"Площадь прямоугольника: {area}")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4680000" y="3309480"/>
            <a:ext cx="5453640" cy="1370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Моё решение: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23360" y="487800"/>
            <a:ext cx="10515240" cy="2117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два числа. Вывести на экран их среднее арифметическое.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76" name="Shape 87"/>
          <p:cNvSpPr/>
          <p:nvPr/>
        </p:nvSpPr>
        <p:spPr>
          <a:xfrm>
            <a:off x="4500000" y="2726280"/>
            <a:ext cx="3599640" cy="39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Запрашиваем два числа у пользователя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num1 = float(input("Введите первое число: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num2 = float(input("Введите второе число: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Вычисляем среднее арифметическое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average = (num1 + num2) / 2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Выводим результат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print(f"Среднее арифметическое: {average}")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857160" y="365040"/>
            <a:ext cx="10515240" cy="188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два числа. Вывести на экран их среднее геометрическое.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78" name="Shape 90"/>
          <p:cNvSpPr/>
          <p:nvPr/>
        </p:nvSpPr>
        <p:spPr>
          <a:xfrm>
            <a:off x="4320360" y="2451960"/>
            <a:ext cx="3599640" cy="420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Запрашиваем два числа у пользователя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num1 = float(input("Введите первое число: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num2 = float(input("Введите второе число: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Вычисляем среднее геометрическое: √(a × b)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geometric_mean = (num1 * num2) ** 0.5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Выводим результат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print(f"Среднее геометрическое: {geometric_mean}")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838080" y="320760"/>
            <a:ext cx="10515240" cy="307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длины катетов прямоугольного треугольника. Вывести на экран его гипотенузу и площадь.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80" name="Shape 93"/>
          <p:cNvSpPr/>
          <p:nvPr/>
        </p:nvSpPr>
        <p:spPr>
          <a:xfrm>
            <a:off x="4320360" y="3069000"/>
            <a:ext cx="3599640" cy="50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import math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Запрашиваем длины катетов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a = float(input("Введите длину первого катета: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b = float(input("Введите длину второго катета: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Вычисляем гипотенузу (теорема Пифагора) и площадь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hypotenuse = math.sqrt(a**2 + b**2)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area = (a * b) / 2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Выводим результаты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print(f"Гипотенуза: {hypotenuse:.2f}")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print(f"Площадь: {area:.2f}")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249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число N. Вывести на экран через запятую (N-1)</a:t>
            </a:r>
            <a:r>
              <a:rPr b="0" lang="ru-RU" sz="4400" spc="-1" strike="noStrike" baseline="30000">
                <a:solidFill>
                  <a:schemeClr val="dk1"/>
                </a:solidFill>
                <a:latin typeface="Calibri Light"/>
              </a:rPr>
              <a:t>2</a:t>
            </a: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, N</a:t>
            </a:r>
            <a:r>
              <a:rPr b="0" lang="ru-RU" sz="4400" spc="-1" strike="noStrike" baseline="30000">
                <a:solidFill>
                  <a:schemeClr val="dk1"/>
                </a:solidFill>
                <a:latin typeface="Calibri Light"/>
              </a:rPr>
              <a:t>2</a:t>
            </a: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, (N+1)</a:t>
            </a:r>
            <a:r>
              <a:rPr b="0" lang="ru-RU" sz="4400" spc="-1" strike="noStrike" baseline="30000">
                <a:solidFill>
                  <a:schemeClr val="dk1"/>
                </a:solidFill>
                <a:latin typeface="Calibri Light"/>
              </a:rPr>
              <a:t>2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82" name="Shape 96"/>
          <p:cNvSpPr/>
          <p:nvPr/>
        </p:nvSpPr>
        <p:spPr>
          <a:xfrm>
            <a:off x="5220000" y="3780000"/>
            <a:ext cx="3599640" cy="228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try: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n = int(input("Введите число N: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print(f"{(n-1)**2}, {n**2}, {(n+1)**2}")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except ValueError: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print("❌ Ошибка: введите целое число!")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838080" y="252000"/>
            <a:ext cx="10515240" cy="2324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год. Вывести на экран ответ, является ли год високосным.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84" name="Shape 99"/>
          <p:cNvSpPr/>
          <p:nvPr/>
        </p:nvSpPr>
        <p:spPr>
          <a:xfrm>
            <a:off x="4320000" y="3094920"/>
            <a:ext cx="3599640" cy="33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Запрашиваем год у пользователя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year = int(input("Введите год: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Проверяем по правилу Григорианского календаря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if (year % 4 == 0 and year % 100 != 0) or (year % 400 == 0):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print(f"✅ Год {year} — високосный.")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else: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print(f"❌ Год {year} — не високосный.")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79880" y="311040"/>
            <a:ext cx="10515240" cy="2576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целое число. Программа должна ответить, четным или нечетным является это число.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86" name="Shape 102"/>
          <p:cNvSpPr/>
          <p:nvPr/>
        </p:nvSpPr>
        <p:spPr>
          <a:xfrm>
            <a:off x="4500000" y="3274920"/>
            <a:ext cx="3599640" cy="33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Запрашиваем число у пользователя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num = int(input("Введите целое число: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Проверяем остаток от деления на 2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if num % 2 == 0: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print(f"Число {num} — чётное.")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else: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print(f"Число {num} — нечётное.")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42080" y="443160"/>
            <a:ext cx="10515240" cy="2916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два числа. Если первое число меньше второго, то вычислить их сумму, иначе – разность первого и второго.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88" name="Shape 105"/>
          <p:cNvSpPr/>
          <p:nvPr/>
        </p:nvSpPr>
        <p:spPr>
          <a:xfrm>
            <a:off x="4500360" y="3060360"/>
            <a:ext cx="3599640" cy="44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Запрашиваем два числа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a = float(input("Введите первое число: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b = float(input("Введите второе число: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Проверяем условие и вычисляем результат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if a &lt; b: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result = a + b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print(f"Первое число меньше второго. Их сумма: {result}")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else: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result = a - b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print(f"Первое число не меньше второго. Разность (a - b): {result}")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21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Распечатать первые 16 степеней числа 2.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90" name="Shape 108"/>
          <p:cNvSpPr/>
          <p:nvPr/>
        </p:nvSpPr>
        <p:spPr>
          <a:xfrm>
            <a:off x="4680000" y="3489480"/>
            <a:ext cx="3599640" cy="119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Выводим первые 16 степеней двойки (от 2^1 до 2^16)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for i in range(1, 17):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print(f"2^{i} = {2**i}")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10 целых чисел. Подсчитать, сколько среди них четных чисел.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92" name="Shape 111"/>
          <p:cNvSpPr/>
          <p:nvPr/>
        </p:nvSpPr>
        <p:spPr>
          <a:xfrm>
            <a:off x="5220000" y="3060000"/>
            <a:ext cx="3599640" cy="33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Счётчик чётных чисел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even_count = 0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print("Введите 10 целых чисел (по одному):")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for i in range(10):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num = int(input(f"Число {i+1}: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if num % 2 == 0: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even_count += 1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print(f"🔢 Среди введённых чисел четных: {even_count}")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479880" y="252720"/>
            <a:ext cx="10515240" cy="2324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10 целых чисел. Подсчитать, сколько среди них положительных, сколько отрицательных и сколько нулей.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94" name="Shape 114"/>
          <p:cNvSpPr/>
          <p:nvPr/>
        </p:nvSpPr>
        <p:spPr>
          <a:xfrm>
            <a:off x="4140360" y="2597400"/>
            <a:ext cx="3599640" cy="640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Инициализируем счётчики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positive = 0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negative = 0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zero = 0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print("Введите 10 целых чисел (по одному):")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for i in range(10):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num = int(input(f"Число {i+1}: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if num &gt; 0: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positive += 1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elif num &lt; 0: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negative += 1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else: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zero += 1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Выводим результаты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print(f"✅ Положительных: {positive}")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print(f"✅ Отрицательных: {negative}")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print(f"✅ Нулей: {zero}")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780080" y="780120"/>
            <a:ext cx="6167520" cy="251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10 целых чисел. Найти разницу между наибольшим и наименьшим.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96" name="Shape 117"/>
          <p:cNvSpPr/>
          <p:nvPr/>
        </p:nvSpPr>
        <p:spPr>
          <a:xfrm>
            <a:off x="540360" y="-334440"/>
            <a:ext cx="3599640" cy="173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360000" y="3780000"/>
            <a:ext cx="8297640" cy="444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try: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Считываем 10 чисел, разделённых пробелами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nums = list(map(int, input("Введите 10 целых чисел через пробел: ").split()))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if len(nums) != 10: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print("⚠️ Пожалуйста, введите ровно 10 чисел.")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else: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max_val = max(nums)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min_val = min(nums)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difference = max_val - min_val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print(f"🔹 Наибольшее число: {max_val}")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print(f"🔹 Наименьшее число: {min_val}")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print(f"🔹 Разница (max - min): {difference}")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except ValueError: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print("❌ Ошибка: введите только целые числа!")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680000" y="1203120"/>
            <a:ext cx="6620400" cy="2576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массив А из 10 целых чисел. Подсчитать количество чисел, равных максимальному элементу массива.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99" name="Shape 120"/>
          <p:cNvSpPr/>
          <p:nvPr/>
        </p:nvSpPr>
        <p:spPr>
          <a:xfrm>
            <a:off x="720000" y="240120"/>
            <a:ext cx="3599640" cy="695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try: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Считываем 10 чисел, разделённых пробелами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nums = list(map(int, input("Введите 10 целых чисел через пробел: ").split()))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if len(nums) != 10: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print("⚠️ Пожалуйста, введите ровно 10 чисел.")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else: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max_val = max(nums)          # Находим максимальный элемент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count = nums.count(max_val)  # Считаем, сколько раз он встречается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print(f"🔹 Максимальный элемент: {max_val}")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print(f"🔹 Встречается в массиве: {count} раз(а)")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except ValueError: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print("❌ Ошибка: введите только целые числа!")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536040" y="2700000"/>
            <a:ext cx="6843960" cy="157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массив А из 10 целых чисел. Подсчитать разницу между суммой всех элементов с четными индексами и суммой всех элементов с нечетными индексами.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01" name="Shape 123"/>
          <p:cNvSpPr/>
          <p:nvPr/>
        </p:nvSpPr>
        <p:spPr>
          <a:xfrm>
            <a:off x="7709760" y="-720000"/>
            <a:ext cx="3599640" cy="28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7182360" y="1450080"/>
            <a:ext cx="8297640" cy="5209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try: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Считываем 10 чисел через пробел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nums = list(map(int, input("Введите 10 целых чисел через пробел: ").split()))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if len(nums) != 10: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print("⚠️ Пожалуйста, введите ровно 10 чисел.")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else: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Сумма элементов на чётных индексах (0, 2, 4, 6, 8)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even_sum = sum(nums[::2])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Сумма элементов на нечётных индексах (1, 3, 5, 7, 9)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odd_sum = sum(nums[1::2])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diff = even_sum - odd_sum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print(f"🔹 Сумма (чётные индексы): {even_sum}")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print(f"🔹 Сумма (нечётные индексы): {odd_sum}")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print(f"🔹 Разница (чётные - нечётные): {diff}")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except ValueError: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print("❌ Ошибка: введите только целые числа!")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810000" y="374400"/>
            <a:ext cx="10515240" cy="224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Подсчитать количество арабских цифр в тексте, введенном пользователем с клавиатуры.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04" name="Shape 126"/>
          <p:cNvSpPr/>
          <p:nvPr/>
        </p:nvSpPr>
        <p:spPr>
          <a:xfrm>
            <a:off x="3780000" y="2880000"/>
            <a:ext cx="3599640" cy="338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Запрашиваем текст у пользователя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text = input("Введите текст: 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Подсчитываем количество арабских цифр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digit_count = sum(1 for char in text if char.isdigit())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Выводим результат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print(f"🔢 Количество арабских цифр в тексте: {digit_count}")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221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Убрать из строки, введенной пользователем все пробелы, и распечатать ее.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06" name="Shape 129"/>
          <p:cNvSpPr/>
          <p:nvPr/>
        </p:nvSpPr>
        <p:spPr>
          <a:xfrm>
            <a:off x="948240" y="3111120"/>
            <a:ext cx="3599640" cy="36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Ввод строки от пользователя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text = input("Введите строку: 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Удаление всех пробелов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Метод replace заменяет все вхождения первого аргумента на второй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text_without_spaces = text.replace(" ", "")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Вывод результата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print("Строка без пробелов:", text_without_spaces)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527040" y="374400"/>
            <a:ext cx="10515240" cy="234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Распечатать первое слово из строки, введенной пользователем с клавиатуры.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08" name="Shape 132"/>
          <p:cNvSpPr/>
          <p:nvPr/>
        </p:nvSpPr>
        <p:spPr>
          <a:xfrm>
            <a:off x="4500360" y="3060000"/>
            <a:ext cx="3599640" cy="47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Запрашиваем строку у пользователя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text = input("Введите текст: 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Разбиваем строку на слова по пробелам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words = text.split()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Проверяем, есть ли слова, и выводим первое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if words: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print(f"Первое слово: {words[0]}")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else: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print("⚠️ В строке нет слов (пустой ввод или только пробелы).")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1184760" y="180000"/>
            <a:ext cx="10515240" cy="21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с клавиатуры текст. Записать его в файл.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10" name="Shape 135"/>
          <p:cNvSpPr/>
          <p:nvPr/>
        </p:nvSpPr>
        <p:spPr>
          <a:xfrm>
            <a:off x="4140000" y="2279880"/>
            <a:ext cx="3599640" cy="366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Запрашиваем текст у пользователя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text = input("Введите текст для записи в файл: 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Открываем файл и записываем текст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with open("output.txt", "w", encoding="utf-8") as file: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file.write(text)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print("✅ Текст успешно сохранён в файл 'output.txt'")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5375520" y="346320"/>
            <a:ext cx="6401160" cy="2381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2000" spc="-1" strike="noStrike">
                <a:solidFill>
                  <a:schemeClr val="dk1"/>
                </a:solidFill>
                <a:latin typeface="Calibri Light"/>
              </a:rPr>
              <a:t>Написать программу для следующей игры человека с компьютером. Человек загадывает некоторое число из диапазона [N,M], а компьютер должен отгадать это число за минимальное количество вопросов типа »да-нет» (Ваше число больше 25? Ваше число меньше 70? И т.д.)</a:t>
            </a:r>
            <a:endParaRPr b="0" lang="ru-RU" sz="20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12" name="Shape 138"/>
          <p:cNvSpPr/>
          <p:nvPr/>
        </p:nvSpPr>
        <p:spPr>
          <a:xfrm>
            <a:off x="174960" y="93240"/>
            <a:ext cx="896580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324360" y="-42480"/>
            <a:ext cx="10115640" cy="10329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def guess_game():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try: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N = int(input("Введите нижнюю границу диапазона N: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M = int(input("Введите верхнюю границу диапазона M: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# Гарантируем, что N &lt;= M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if N &gt; M: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N, M = M, N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   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low, high = N, M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attempts = 0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print(f"\n🤖 Загадайте число от {N} до {M}. Я буду угадывать!")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input("Нажмите Enter, когда будете готовы...")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while low &lt; high: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mid = (low + high) // 2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attempts += 1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   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while True: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ans = input(f"Вопрос #{attempts}: Ваше число больше {mid}? (да/нет): ").strip().lower()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if ans in ("да", "y", "д", "yes"):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    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low = mid + 1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    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break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elif ans in ("нет", "n", "н", "no"):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    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high = mid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    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break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else: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    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print("⚠️ Пожалуйста, ответьте 'да' или 'нет'.")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           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print(f"\n🎉 Я угадал! Ваше число: {low}")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print(f"📊 Количество вопросов: {attempts}")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except ValueError: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print("❌ Ошибка: введите целые числа.")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except KeyboardInterrupt: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print("\n👋 Игра прервана пользователем.")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if __name__ == "__main__":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guess_game()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Normal.dotm</Template>
  <TotalTime>57</TotalTime>
  <Application>LibreOffice/7.6.7.2$Linux_X86_64 LibreOffice_project/60$Build-2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2026-05-15T20:11:14Z</dcterms:created>
  <dc:creator/>
  <dc:description/>
  <dc:language>ru-RU</dc:language>
  <cp:lastModifiedBy/>
  <dcterms:modified xsi:type="dcterms:W3CDTF">2026-05-18T13:45:20Z</dcterms:modified>
  <cp:revision>1</cp:revision>
  <dc:subject/>
  <dc:title/>
</cp:coreProperties>
</file>