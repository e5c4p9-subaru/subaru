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20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14.xml.rels" ContentType="application/vnd.openxmlformats-package.relationships+xml"/>
  <Override PartName="/ppt/slides/_rels/slide19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226D13-D5A0-4343-B236-60429B29D8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E50781-FC54-42AC-93D9-B33C342209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41C620E-2EE7-47E5-8D9E-7134CC4457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B86A66F-2D22-481E-96FB-809EB07F15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11366B9-AD21-4755-8C83-61142AF4B0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156AD35-F7A2-4DC6-AF8E-C927796C1B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44BC4E5-A943-4CDA-8FA2-87D36B9B19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DC6BF8B-C9A4-44B2-A3FB-88ED5F12C0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A197587-E929-41F7-82E3-067967B9E7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E23BE1C-713E-4204-AB43-84069B6637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06D0113-CF82-4BCC-AE61-CD72F77439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F8EAD1-3A64-4960-8067-5FFE3E8B38C6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7A42DC-D2DF-45BC-9A5B-D346A71E742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D9775C-D797-4F74-8589-C7020F090DC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D4D96C-49B4-4A86-80CB-23BDFAF5D64B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0D7081-4370-4220-B1BE-39B560866C9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A55495-F7D1-43A7-8C8D-B36E3C33933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1A230F-B115-4514-9159-D3B2E4814CF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04139C-4071-4F30-980D-3FFDD4AAABA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C7391A-5B3D-4A9D-A618-88497894552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57E8CE-E45E-40FF-8949-51779257482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37F8B8-76B5-42D0-8E06-B71CFEFD083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Программирование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длину стороны квадрата. Вывести на экран площадь квадрата.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длину стороны и преобразуем её в число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side = float(input("Введите длину стороны квадрата: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площадь квадрата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area = side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 на экран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print("Площадь квадрата равна:", area)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94680"/>
            <a:ext cx="10515240" cy="159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4102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сторон прямоугольника. Вывести на экран площадь прямоугольника.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длины двух сторон прямоугольника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первую сторону прямоугольника: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вторую сторону прямоугольника: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площадь прямоугольника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area = a * b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 на экран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print("Площадь прямоугольника равна:", area)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арифметическое.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два числа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среднее арифметическое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average = (num1 + num2) /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 на экран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print("Среднее арифметическое равно:", average)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геометрическое.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два числа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среднее геометрическое (квадратный корень из произведения)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geom_mean = math.sqrt(a * b)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 на экран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print("Среднее геометрическое равно:", geom_mean)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катетов прямоугольного треугольника. Вывести на экран его гипотенузу и площадь.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длины катетов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первый катет: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второй катет: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гипотенузу по теореме Пифагора: c = √(a² + b²)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hypotenuse = math.sqrt(a**2 + b**2)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площадь прямоугольного треугольника: S = (a × b) /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area = (a * b) /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результаты на экран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print("Гипотенуза равна:", hypotenuse)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print("Площадь равна:", area)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число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N.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Вывести на экран через запятую (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N-1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N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(N+1)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число N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int(input("Введите число N: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три значения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(n - 1)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n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 = (n + 1)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результаты через запятую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print(a, b, c, sep=",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год. Вывести на экран ответ, является ли год високосным.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год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year = int(input("Введите год: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Проверяем условие високосного года по григорианскому календарю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(year % 4 == 0 and year % 100 != 0) or (year % 400 == 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print(f"{year} год — високосный")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print(f"{year} год — невисокосный")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8649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целое число. Программа должна ответить, четным или нечетным является это число.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целое число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int(input("Введите целое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Проверяем остаток от деления на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 % 2 ==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print(f"Число {n} — чётное")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print(f"Число {n} — нечётное")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18476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два числа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Проверяем условие и вычисляем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a &lt; b: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result = a + b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result = a - b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 на экран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print(f"Результат: {result:g}")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первые 16 степеней числа 2.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range(1, 17):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print(f"2^{i} = {2 ** i}")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четных чисел.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Инициализируем счётчик чётных чисел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 цикле 10 раз запрашиваем число у пользователя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int(input(f"Введите целое число №{i + 1}: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Проверяем, является ли число чётным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 % 2 ==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 += 1  # Увеличиваем счётчик на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print(f"Среди введённых чисел чётных: {count}")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73440"/>
            <a:ext cx="10515240" cy="161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положительных, сколько отрицательных и сколько нулей.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Инициализируем три счётчика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positive = 0  # количество положительных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negative = 0  # количество отрицательных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zero = 0      # количество нулей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 цикле 10 раз запрашиваем число у пользователя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int(input(f"Введите целое число №{i + 1}: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Проверяем знак числа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 &gt;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positive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elif n &lt;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negative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zero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результаты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print(f"Положительных чисел: {positive}")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print(f"Отрицательных чисел: {negative}")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print(f"Нулей: {zero}")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Найти разницу между наибольшим и наименьшим.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Считываем первое число и используем его как начальное значение для max и min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first = int(input("Введите целое число №1: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maximum = first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minimum = first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 цикле 9 раз запрашиваем остальные числа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range(2, 11):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int(input(f"Введите целое число №{i}: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Обновляем максимум, если нашли число больше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 &gt; maximum: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maximum = n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Обновляем минимум, если нашли число меньше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 &lt; minimum: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minimum = n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разницу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difference = maximum - minimum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результаты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print(f"Наибольшее число: {maximum}")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print(f"Наименьшее число: {minimum}")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print(f"Разница между ними: {difference}")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Создаём список для хранения чисел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[]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 цикле 10 раз запрашиваем число и добавляем в список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int(input(f"Введите число A[{i + 1}]: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a.append(n)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Находим максимальный элемент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maximum = max(a)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Считаем, сколько раз он встречается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 = a.count(maximum)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результаты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print(f"Максимальный элемент: {maximum}")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print(f"Количество таких элементов: {count}")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4240" y="365040"/>
            <a:ext cx="12002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364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27640" y="22460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# Создаём список для хранения чисел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a = []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# В цикле 10 раз запрашиваем число и добавляем в список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n = int(input(f"Введите число A[{i}]: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a.append(n)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# Инициализируем две суммы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sum_even = 0  # сумма элементов с чётными индексами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sum_odd = 0   # сумма элементов с нечётными индексами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# Проходим по всем индексам и распределяем элементы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if i % 2 ==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sum_even += a[i]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sum_odd += a[i]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# Вычисляем разницу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difference = sum_even - sum_odd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результаты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print(f"Сумма элементов с чётными индексами: {sum_even}")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print(f"Сумма элементов с нечётными индексами: {sum_odd}")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chemeClr val="dk1"/>
                </a:solidFill>
                <a:latin typeface="Calibri"/>
              </a:rPr>
              <a:t>print(f"Разница: {difference}")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Подсчитать количество арабских цифр в тексте, введенном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текст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Инициализируем счётчик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Проходим по каждому символу строки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char in text: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char.isdigit():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print(f"Количество арабских цифр в тексте: {count}")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Убрать из строки, введенной пользователем все пробелы, и распечатать ее.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строку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Заменяем все пробелы на пустую строку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result = text.replace(" ", "")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print("Результат:", result)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первое слово из строки, введенной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строку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Разбиваем строку на слова и берём первое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words = text.split()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print("Первое слово:", words[0])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с клавиатуры текст. Записать его в файл.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текст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Открываем файл для записи и записываем текст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with open("output.txt", "w", encoding="utf-8") as f: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f.write(text)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print("Текст успешно записан в файл output.txt")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365040"/>
            <a:ext cx="121917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Написать программу для следующей игры человека с компьютером. Человек загадывает некоторое число из диапазона </a:t>
            </a:r>
            <a:r>
              <a:rPr b="0" lang="en-US" sz="2000" spc="-1" strike="noStrike">
                <a:solidFill>
                  <a:schemeClr val="dk1"/>
                </a:solidFill>
                <a:latin typeface="Calibri Light"/>
              </a:rPr>
              <a:t>[N,M]</a:t>
            </a: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702360" y="1690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границы диапазона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int(input("Введите нижнюю границу N: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 = int(input("Введите верхнюю границу M: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Проверяем корректность диапазона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 &gt; m: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print("Ошибка: N не может быть больше M!")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print(f"\nЗагадайте число от {n} до {m}. Компьютер будет отгадывать.")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print("Отвечайте 'да' или 'нет' на вопросы.\n")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left = n   # левая граница возможного диапазона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right = m  # правая граница возможного диапазона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Пока в диапазоне больше одного числа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while left &lt; right: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Находим середину текущего диапазона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middle = (left + right) //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Задаём вопрос пользователю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answer = input(f"Ваше число больше {middle}? (да/нет): ").strip().lower()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Обрабатываем ответ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answer in ("да", "д", "yes", "y"):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left = middle + 1  # число строго больше middle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elif answer in ("нет", "н", "no", "n"):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right = middle     # число меньше или равно middle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print("Пожалуйста, отвечайте 'да' или 'нет'.")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continue  # повторяем тот же вопрос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left == right — значит, мы нашли число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print(f"\nВаше число: {left}!")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LibreOffice/7.6.7.2$Linux_X86_64 LibreOffice_project/60$Build-2</Application>
  <AppVersion>15.0000</AppVersion>
  <Words>373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:creator>Елена Демидова</dc:creator>
  <dc:description/>
  <dc:language>ru-RU</dc:language>
  <cp:lastModifiedBy/>
  <dcterms:modified xsi:type="dcterms:W3CDTF">2026-06-20T09:30:12Z</dcterms:modified>
  <cp:revision>13</cp:revision>
  <dc:subject/>
  <dc:title>Программирование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21</vt:i4>
  </property>
</Properties>
</file>